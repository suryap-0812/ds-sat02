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t>Machine Maintenance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MechaCare Industrial Systems</a:t>
            </a:r>
          </a:p>
          <a:p>
            <a:r>
              <a:t>Data Science Skill-Based Assessment — Rounds 2–4</a:t>
            </a:r>
          </a:p>
          <a:p>
            <a:r>
              <a:t>EDA • Feature Engineering •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5C"/>
                </a:solidFill>
              </a:defRPr>
            </a:pPr>
            <a:r>
              <a:t>Problem, data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4"/>
                </a:solidFill>
              </a:defRPr>
            </a:pPr>
            <a:r>
              <a:t>Round 1 excluded; analysis follows the Use Case 25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Business question: What operating patterns indicate machines that require maintenance attention?</a:t>
            </a:r>
          </a:p>
          <a:p>
            <a:pPr>
              <a:spcAft>
                <a:spcPts val="1300"/>
              </a:spcAft>
              <a:defRPr sz="1900"/>
            </a:pPr>
            <a:r>
              <a:t>Five source datasets: sensor, machines, usage, alarms and maintenance.</a:t>
            </a:r>
          </a:p>
          <a:p>
            <a:pPr>
              <a:spcAft>
                <a:spcPts val="1300"/>
              </a:spcAft>
              <a:defRPr sz="1900"/>
            </a:pPr>
            <a:r>
              <a:t>Workflow: quality audit → cleaning → machine-day integration → EDA → engineered features → feature selection.</a:t>
            </a:r>
          </a:p>
          <a:p>
            <a:pPr>
              <a:spcAft>
                <a:spcPts val="1300"/>
              </a:spcAft>
              <a:defRPr sz="1900"/>
            </a:pPr>
            <a:r>
              <a:t>Dataset scale: 16 machines; 23,000 raw sensor records; 20 recorded service events.</a:t>
            </a:r>
          </a:p>
          <a:p>
            <a:pPr>
              <a:spcAft>
                <a:spcPts val="1300"/>
              </a:spcAft>
              <a:defRPr sz="1900"/>
            </a:pPr>
            <a:r>
              <a:t>All data is synthetic for educational demonstration; it is not real plant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5C"/>
                </a:solidFill>
              </a:defRPr>
            </a:pPr>
            <a:r>
              <a:t>Sensor behavior and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4"/>
                </a:solidFill>
              </a:defRPr>
            </a:pPr>
            <a:r>
              <a:t>Sensor distributions after duplicate removal and treatment of implausible readings</a:t>
            </a:r>
          </a:p>
        </p:txBody>
      </p:sp>
      <p:pic>
        <p:nvPicPr>
          <p:cNvPr id="4" name="Picture 3" descr="sensor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101498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5C"/>
                </a:solidFill>
              </a:defRPr>
            </a:pPr>
            <a:r>
              <a:t>Alarm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4"/>
                </a:solidFill>
              </a:defRPr>
            </a:pPr>
            <a:r>
              <a:t>Inconsistent alarm spellings were normalized into common categories before counting</a:t>
            </a:r>
          </a:p>
        </p:txBody>
      </p:sp>
      <p:pic>
        <p:nvPicPr>
          <p:cNvPr id="4" name="Picture 3" descr="alarm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101498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5C"/>
                </a:solidFill>
              </a:defRPr>
            </a:pPr>
            <a:r>
              <a:t>Machines to investigate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4"/>
                </a:solidFill>
              </a:defRPr>
            </a:pPr>
            <a:r>
              <a:t>Exploratory warning score combines sensor thresholds and alarm activity; it is not a failure probability</a:t>
            </a:r>
          </a:p>
        </p:txBody>
      </p:sp>
      <p:pic>
        <p:nvPicPr>
          <p:cNvPr id="4" name="Picture 3" descr="machine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101498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93C5C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4"/>
                </a:solidFill>
              </a:defRPr>
            </a:pPr>
            <a:r>
              <a:t>Use the results to prioritize inspection and improve maintenance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Investigate high-priority candidates first: M012, M006, M015, M009, M003. Confirm their sensor patterns against OEM limits.</a:t>
            </a:r>
          </a:p>
          <a:p>
            <a:pPr>
              <a:spcAft>
                <a:spcPts val="1300"/>
              </a:spcAft>
              <a:defRPr sz="1700"/>
            </a:pPr>
            <a:r>
              <a:t>Most frequent normalized alarm category in this synthetic dataset: High Temperature. Check whether alarms recur alongside rising vibration or temperature.</a:t>
            </a:r>
          </a:p>
          <a:p>
            <a:pPr>
              <a:spcAft>
                <a:spcPts val="1300"/>
              </a:spcAft>
              <a:defRPr sz="1700"/>
            </a:pPr>
            <a:r>
              <a:t>Recorded service counts are highest for: Compressor; incomplete logs may affect this comparison.</a:t>
            </a:r>
          </a:p>
          <a:p>
            <a:pPr>
              <a:spcAft>
                <a:spcPts val="1300"/>
              </a:spcAft>
              <a:defRPr sz="1700"/>
            </a:pPr>
            <a:r>
              <a:t>Improve maintenance records with failure mode, component replaced, root cause and exact downtime.</a:t>
            </a:r>
          </a:p>
          <a:p>
            <a:pPr>
              <a:spcAft>
                <a:spcPts val="1300"/>
              </a:spcAft>
              <a:defRPr sz="1700"/>
            </a:pPr>
            <a:r>
              <a:t>Do not infer causality from load–downtime correlation. Validate thresholds against confirmed failures before any operational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